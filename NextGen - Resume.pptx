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Open Sauce" panose="020B0604020202020204" charset="0"/>
      <p:regular r:id="rId17"/>
    </p:embeddedFont>
    <p:embeddedFont>
      <p:font typeface="Open Sauce Bold" panose="020B0604020202020204" charset="0"/>
      <p:regular r:id="rId18"/>
    </p:embeddedFont>
    <p:embeddedFont>
      <p:font typeface="Open Sauce Heavy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9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svg"/><Relationship Id="rId7" Type="http://schemas.openxmlformats.org/officeDocument/2006/relationships/image" Target="../media/image33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59" y="3749017"/>
            <a:ext cx="3240241" cy="6504134"/>
          </a:xfrm>
          <a:custGeom>
            <a:avLst/>
            <a:gdLst/>
            <a:ahLst/>
            <a:cxnLst/>
            <a:rect l="l" t="t" r="r" b="b"/>
            <a:pathLst>
              <a:path w="3240241" h="6504134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32403" y="-1"/>
            <a:ext cx="5255597" cy="10287001"/>
            <a:chOff x="0" y="0"/>
            <a:chExt cx="1384190" cy="34722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4190" cy="3472226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32880" y="1526000"/>
            <a:ext cx="7234999" cy="7234999"/>
          </a:xfrm>
          <a:custGeom>
            <a:avLst/>
            <a:gdLst/>
            <a:ahLst/>
            <a:cxnLst/>
            <a:rect l="l" t="t" r="r" b="b"/>
            <a:pathLst>
              <a:path w="7234999" h="7234999">
                <a:moveTo>
                  <a:pt x="0" y="0"/>
                </a:moveTo>
                <a:lnTo>
                  <a:pt x="7234999" y="0"/>
                </a:lnTo>
                <a:lnTo>
                  <a:pt x="7234999" y="7235000"/>
                </a:lnTo>
                <a:lnTo>
                  <a:pt x="0" y="723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57435" y="3489495"/>
            <a:ext cx="78988" cy="3562352"/>
            <a:chOff x="0" y="0"/>
            <a:chExt cx="20803" cy="938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03" cy="938233"/>
            </a:xfrm>
            <a:custGeom>
              <a:avLst/>
              <a:gdLst/>
              <a:ahLst/>
              <a:cxnLst/>
              <a:rect l="l" t="t" r="r" b="b"/>
              <a:pathLst>
                <a:path w="20803" h="938233">
                  <a:moveTo>
                    <a:pt x="0" y="0"/>
                  </a:moveTo>
                  <a:lnTo>
                    <a:pt x="20803" y="0"/>
                  </a:lnTo>
                  <a:lnTo>
                    <a:pt x="20803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803" cy="95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20728" y="2123374"/>
            <a:ext cx="6059303" cy="60593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14586" y="2999849"/>
            <a:ext cx="5914433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 spc="-160">
                <a:solidFill>
                  <a:srgbClr val="19191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Smart Resume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2778327" y="7417124"/>
            <a:ext cx="12710840" cy="1184047"/>
          </a:xfrm>
          <a:custGeom>
            <a:avLst/>
            <a:gdLst/>
            <a:ahLst/>
            <a:cxnLst/>
            <a:rect l="l" t="t" r="r" b="b"/>
            <a:pathLst>
              <a:path w="12710840" h="1184047">
                <a:moveTo>
                  <a:pt x="0" y="0"/>
                </a:moveTo>
                <a:lnTo>
                  <a:pt x="12710840" y="0"/>
                </a:lnTo>
                <a:lnTo>
                  <a:pt x="12710840" y="1184046"/>
                </a:lnTo>
                <a:lnTo>
                  <a:pt x="0" y="118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086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4491629"/>
            <a:chOff x="0" y="0"/>
            <a:chExt cx="4816593" cy="1182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82980"/>
            </a:xfrm>
            <a:custGeom>
              <a:avLst/>
              <a:gdLst/>
              <a:ahLst/>
              <a:cxnLst/>
              <a:rect l="l" t="t" r="r" b="b"/>
              <a:pathLst>
                <a:path w="4816592" h="1182980">
                  <a:moveTo>
                    <a:pt x="0" y="0"/>
                  </a:moveTo>
                  <a:lnTo>
                    <a:pt x="4816592" y="0"/>
                  </a:lnTo>
                  <a:lnTo>
                    <a:pt x="4816592" y="1182980"/>
                  </a:lnTo>
                  <a:lnTo>
                    <a:pt x="0" y="1182980"/>
                  </a:ln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816593" cy="12020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13923" y="9258300"/>
            <a:ext cx="327444" cy="3274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48108" y="9258300"/>
            <a:ext cx="327444" cy="3274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161723" y="9258300"/>
            <a:ext cx="327444" cy="32744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18288000" cy="4491629"/>
            <a:chOff x="0" y="0"/>
            <a:chExt cx="9814367" cy="24104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814367" cy="2410460"/>
            </a:xfrm>
            <a:custGeom>
              <a:avLst/>
              <a:gdLst/>
              <a:ahLst/>
              <a:cxnLst/>
              <a:rect l="l" t="t" r="r" b="b"/>
              <a:pathLst>
                <a:path w="9814367" h="2410460">
                  <a:moveTo>
                    <a:pt x="0" y="0"/>
                  </a:moveTo>
                  <a:lnTo>
                    <a:pt x="9814367" y="0"/>
                  </a:lnTo>
                  <a:lnTo>
                    <a:pt x="9814367" y="2410460"/>
                  </a:lnTo>
                  <a:lnTo>
                    <a:pt x="0" y="2410460"/>
                  </a:lnTo>
                  <a:close/>
                </a:path>
              </a:pathLst>
            </a:custGeom>
            <a:blipFill>
              <a:blip r:embed="rId3"/>
              <a:stretch>
                <a:fillRect t="-153578" b="-15357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778327" y="2245814"/>
            <a:ext cx="12731346" cy="5171309"/>
            <a:chOff x="0" y="0"/>
            <a:chExt cx="3353112" cy="13619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53112" cy="1361991"/>
            </a:xfrm>
            <a:custGeom>
              <a:avLst/>
              <a:gdLst/>
              <a:ahLst/>
              <a:cxnLst/>
              <a:rect l="l" t="t" r="r" b="b"/>
              <a:pathLst>
                <a:path w="3353112" h="1361991">
                  <a:moveTo>
                    <a:pt x="15202" y="0"/>
                  </a:moveTo>
                  <a:lnTo>
                    <a:pt x="3337909" y="0"/>
                  </a:lnTo>
                  <a:cubicBezTo>
                    <a:pt x="3341941" y="0"/>
                    <a:pt x="3345808" y="1602"/>
                    <a:pt x="3348659" y="4453"/>
                  </a:cubicBezTo>
                  <a:cubicBezTo>
                    <a:pt x="3351510" y="7304"/>
                    <a:pt x="3353112" y="11171"/>
                    <a:pt x="3353112" y="15202"/>
                  </a:cubicBezTo>
                  <a:lnTo>
                    <a:pt x="3353112" y="1346788"/>
                  </a:lnTo>
                  <a:cubicBezTo>
                    <a:pt x="3353112" y="1350820"/>
                    <a:pt x="3351510" y="1354687"/>
                    <a:pt x="3348659" y="1357538"/>
                  </a:cubicBezTo>
                  <a:cubicBezTo>
                    <a:pt x="3345808" y="1360389"/>
                    <a:pt x="3341941" y="1361991"/>
                    <a:pt x="3337909" y="1361991"/>
                  </a:cubicBezTo>
                  <a:lnTo>
                    <a:pt x="15202" y="1361991"/>
                  </a:lnTo>
                  <a:cubicBezTo>
                    <a:pt x="11171" y="1361991"/>
                    <a:pt x="7304" y="1360389"/>
                    <a:pt x="4453" y="1357538"/>
                  </a:cubicBezTo>
                  <a:cubicBezTo>
                    <a:pt x="1602" y="1354687"/>
                    <a:pt x="0" y="1350820"/>
                    <a:pt x="0" y="1346788"/>
                  </a:cubicBezTo>
                  <a:lnTo>
                    <a:pt x="0" y="15202"/>
                  </a:lnTo>
                  <a:cubicBezTo>
                    <a:pt x="0" y="11171"/>
                    <a:pt x="1602" y="7304"/>
                    <a:pt x="4453" y="4453"/>
                  </a:cubicBezTo>
                  <a:cubicBezTo>
                    <a:pt x="7304" y="1602"/>
                    <a:pt x="11171" y="0"/>
                    <a:pt x="15202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3353112" cy="1381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558350" y="4197614"/>
            <a:ext cx="11150794" cy="198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Smart Resume Generator is a web application designed to create professional resumes easily. Users can input their personal details, skills, and work experience to generate a resume in PDF format.</a:t>
            </a:r>
          </a:p>
          <a:p>
            <a:pPr algn="just">
              <a:lnSpc>
                <a:spcPts val="3999"/>
              </a:lnSpc>
            </a:pPr>
            <a:endParaRPr lang="en-US" sz="2499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679731" y="2779117"/>
            <a:ext cx="692853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DFBF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2433" y="0"/>
            <a:ext cx="8956821" cy="10287000"/>
            <a:chOff x="0" y="0"/>
            <a:chExt cx="2171400" cy="2854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1400" cy="2854048"/>
            </a:xfrm>
            <a:custGeom>
              <a:avLst/>
              <a:gdLst/>
              <a:ahLst/>
              <a:cxnLst/>
              <a:rect l="l" t="t" r="r" b="b"/>
              <a:pathLst>
                <a:path w="2171400" h="2854048">
                  <a:moveTo>
                    <a:pt x="37167" y="0"/>
                  </a:moveTo>
                  <a:lnTo>
                    <a:pt x="2134233" y="0"/>
                  </a:lnTo>
                  <a:cubicBezTo>
                    <a:pt x="2154760" y="0"/>
                    <a:pt x="2171400" y="16640"/>
                    <a:pt x="2171400" y="37167"/>
                  </a:cubicBezTo>
                  <a:lnTo>
                    <a:pt x="2171400" y="2816880"/>
                  </a:lnTo>
                  <a:cubicBezTo>
                    <a:pt x="2171400" y="2826738"/>
                    <a:pt x="2167484" y="2836192"/>
                    <a:pt x="2160514" y="2843162"/>
                  </a:cubicBezTo>
                  <a:cubicBezTo>
                    <a:pt x="2153544" y="2850132"/>
                    <a:pt x="2144090" y="2854048"/>
                    <a:pt x="2134233" y="2854048"/>
                  </a:cubicBezTo>
                  <a:lnTo>
                    <a:pt x="37167" y="2854048"/>
                  </a:lnTo>
                  <a:cubicBezTo>
                    <a:pt x="27310" y="2854048"/>
                    <a:pt x="17856" y="2850132"/>
                    <a:pt x="10886" y="2843162"/>
                  </a:cubicBezTo>
                  <a:cubicBezTo>
                    <a:pt x="3916" y="2836192"/>
                    <a:pt x="0" y="2826738"/>
                    <a:pt x="0" y="2816880"/>
                  </a:cubicBezTo>
                  <a:lnTo>
                    <a:pt x="0" y="37167"/>
                  </a:lnTo>
                  <a:cubicBezTo>
                    <a:pt x="0" y="27310"/>
                    <a:pt x="3916" y="17856"/>
                    <a:pt x="10886" y="10886"/>
                  </a:cubicBezTo>
                  <a:cubicBezTo>
                    <a:pt x="17856" y="3916"/>
                    <a:pt x="27310" y="0"/>
                    <a:pt x="37167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71400" cy="2873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32433" y="0"/>
            <a:ext cx="8735127" cy="6471918"/>
            <a:chOff x="0" y="0"/>
            <a:chExt cx="6350000" cy="49516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49873" cy="4979162"/>
            </a:xfrm>
            <a:custGeom>
              <a:avLst/>
              <a:gdLst/>
              <a:ahLst/>
              <a:cxnLst/>
              <a:rect l="l" t="t" r="r" b="b"/>
              <a:pathLst>
                <a:path w="6349873" h="4979162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3332480"/>
                  </a:lnTo>
                  <a:cubicBezTo>
                    <a:pt x="0" y="3493135"/>
                    <a:pt x="128397" y="3652520"/>
                    <a:pt x="285369" y="3686683"/>
                  </a:cubicBezTo>
                  <a:lnTo>
                    <a:pt x="6064504" y="4944999"/>
                  </a:lnTo>
                  <a:cubicBezTo>
                    <a:pt x="6221476" y="4979162"/>
                    <a:pt x="6349873" y="4875657"/>
                    <a:pt x="6349873" y="4715002"/>
                  </a:cubicBezTo>
                  <a:lnTo>
                    <a:pt x="6349873" y="292100"/>
                  </a:lnTo>
                  <a:cubicBezTo>
                    <a:pt x="6349873" y="131445"/>
                    <a:pt x="6218428" y="0"/>
                    <a:pt x="6057773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2"/>
              <a:stretch>
                <a:fillRect t="-14120" b="-1412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0334905" y="5642237"/>
            <a:ext cx="2264637" cy="1659361"/>
          </a:xfrm>
          <a:custGeom>
            <a:avLst/>
            <a:gdLst/>
            <a:ahLst/>
            <a:cxnLst/>
            <a:rect l="l" t="t" r="r" b="b"/>
            <a:pathLst>
              <a:path w="2264637" h="1659361">
                <a:moveTo>
                  <a:pt x="0" y="0"/>
                </a:moveTo>
                <a:lnTo>
                  <a:pt x="2264637" y="0"/>
                </a:lnTo>
                <a:lnTo>
                  <a:pt x="2264637" y="1659362"/>
                </a:lnTo>
                <a:lnTo>
                  <a:pt x="0" y="165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5137" y="2361541"/>
            <a:ext cx="537685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137" y="3648649"/>
            <a:ext cx="6274156" cy="365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786" lvl="1" indent="-264893" algn="l">
              <a:lnSpc>
                <a:spcPts val="3656"/>
              </a:lnSpc>
              <a:buFont typeface="Arial"/>
              <a:buChar char="•"/>
            </a:pPr>
            <a:r>
              <a:rPr lang="en-US" sz="2453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HTML: Structure</a:t>
            </a:r>
          </a:p>
          <a:p>
            <a:pPr marL="529786" lvl="1" indent="-264893" algn="l">
              <a:lnSpc>
                <a:spcPts val="3656"/>
              </a:lnSpc>
              <a:buFont typeface="Arial"/>
              <a:buChar char="•"/>
            </a:pPr>
            <a:r>
              <a:rPr lang="en-US" sz="2453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CSS: Styling and Layout</a:t>
            </a:r>
          </a:p>
          <a:p>
            <a:pPr marL="529786" lvl="1" indent="-264893" algn="l">
              <a:lnSpc>
                <a:spcPts val="3656"/>
              </a:lnSpc>
              <a:buFont typeface="Arial"/>
              <a:buChar char="•"/>
            </a:pPr>
            <a:r>
              <a:rPr lang="en-US" sz="2453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JavaScript: Dynamic Functionality</a:t>
            </a:r>
          </a:p>
          <a:p>
            <a:pPr marL="529786" lvl="1" indent="-264893" algn="l">
              <a:lnSpc>
                <a:spcPts val="3656"/>
              </a:lnSpc>
              <a:buFont typeface="Arial"/>
              <a:buChar char="•"/>
            </a:pPr>
            <a:r>
              <a:rPr lang="en-US" sz="2453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Bootstrap: Responsive Design</a:t>
            </a:r>
          </a:p>
          <a:p>
            <a:pPr marL="539749" lvl="1" indent="-269875" algn="l">
              <a:lnSpc>
                <a:spcPts val="3724"/>
              </a:lnSpc>
              <a:buFont typeface="Arial"/>
              <a:buChar char="•"/>
            </a:pPr>
            <a:r>
              <a:rPr lang="en-US" sz="2499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jQuery: Simplified JavaScript Operations</a:t>
            </a:r>
          </a:p>
          <a:p>
            <a:pPr marL="529786" lvl="1" indent="-264893" algn="l">
              <a:lnSpc>
                <a:spcPts val="3656"/>
              </a:lnSpc>
              <a:buFont typeface="Arial"/>
              <a:buChar char="•"/>
            </a:pPr>
            <a:r>
              <a:rPr lang="en-US" sz="2453" spc="3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 jsPDF: PDF Generation</a:t>
            </a:r>
          </a:p>
          <a:p>
            <a:pPr algn="l">
              <a:lnSpc>
                <a:spcPts val="3656"/>
              </a:lnSpc>
            </a:pPr>
            <a:endParaRPr lang="en-US" sz="2453" spc="39">
              <a:solidFill>
                <a:srgbClr val="19191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17765"/>
            <a:ext cx="775834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4424" y="4037903"/>
            <a:ext cx="7009822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HTML: Form inputs for personal information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CSS: Styling with gradients, animations, and responsive design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JavaScript: Handles form data, generates resume, downloads PDF</a:t>
            </a:r>
          </a:p>
          <a:p>
            <a:pPr marL="0" lvl="0" indent="0" algn="l">
              <a:lnSpc>
                <a:spcPts val="3749"/>
              </a:lnSpc>
            </a:pPr>
            <a:endParaRPr lang="en-US" sz="2499">
              <a:solidFill>
                <a:srgbClr val="34343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676400" y="7869235"/>
            <a:ext cx="452472" cy="45247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0318476" y="3386712"/>
            <a:ext cx="5128563" cy="381636"/>
          </a:xfrm>
          <a:custGeom>
            <a:avLst/>
            <a:gdLst/>
            <a:ahLst/>
            <a:cxnLst/>
            <a:rect l="l" t="t" r="r" b="b"/>
            <a:pathLst>
              <a:path w="5128563" h="381636">
                <a:moveTo>
                  <a:pt x="0" y="0"/>
                </a:moveTo>
                <a:lnTo>
                  <a:pt x="5128564" y="0"/>
                </a:lnTo>
                <a:lnTo>
                  <a:pt x="5128564" y="381636"/>
                </a:lnTo>
                <a:lnTo>
                  <a:pt x="0" y="38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211835" y="1367426"/>
            <a:ext cx="5334876" cy="2086085"/>
            <a:chOff x="0" y="0"/>
            <a:chExt cx="1234628" cy="4827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4628" cy="482774"/>
            </a:xfrm>
            <a:custGeom>
              <a:avLst/>
              <a:gdLst/>
              <a:ahLst/>
              <a:cxnLst/>
              <a:rect l="l" t="t" r="r" b="b"/>
              <a:pathLst>
                <a:path w="1234628" h="482774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95470" y="1854826"/>
            <a:ext cx="1228028" cy="1226514"/>
            <a:chOff x="0" y="0"/>
            <a:chExt cx="323431" cy="3230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076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875250" y="2122132"/>
            <a:ext cx="4183100" cy="75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HTML form, CSS styling, JavaScript for resume generation and download.</a:t>
            </a:r>
          </a:p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endParaRPr lang="en-US" sz="1613">
              <a:solidFill>
                <a:srgbClr val="231F2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57835" y="1657253"/>
            <a:ext cx="4100514" cy="37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7"/>
              </a:lnSpc>
              <a:spcBef>
                <a:spcPct val="0"/>
              </a:spcBef>
            </a:pPr>
            <a:r>
              <a:rPr lang="en-US" sz="2357" b="1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Integrity</a:t>
            </a:r>
          </a:p>
        </p:txBody>
      </p:sp>
      <p:sp>
        <p:nvSpPr>
          <p:cNvPr id="22" name="Freeform 22"/>
          <p:cNvSpPr/>
          <p:nvPr/>
        </p:nvSpPr>
        <p:spPr>
          <a:xfrm rot="-10800000">
            <a:off x="10318476" y="5882885"/>
            <a:ext cx="5128563" cy="381636"/>
          </a:xfrm>
          <a:custGeom>
            <a:avLst/>
            <a:gdLst/>
            <a:ahLst/>
            <a:cxnLst/>
            <a:rect l="l" t="t" r="r" b="b"/>
            <a:pathLst>
              <a:path w="5128563" h="381636">
                <a:moveTo>
                  <a:pt x="0" y="0"/>
                </a:moveTo>
                <a:lnTo>
                  <a:pt x="5128564" y="0"/>
                </a:lnTo>
                <a:lnTo>
                  <a:pt x="5128564" y="381636"/>
                </a:lnTo>
                <a:lnTo>
                  <a:pt x="0" y="38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211835" y="3863598"/>
            <a:ext cx="5334876" cy="2086085"/>
            <a:chOff x="0" y="0"/>
            <a:chExt cx="1234628" cy="4827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4628" cy="482774"/>
            </a:xfrm>
            <a:custGeom>
              <a:avLst/>
              <a:gdLst/>
              <a:ahLst/>
              <a:cxnLst/>
              <a:rect l="l" t="t" r="r" b="b"/>
              <a:pathLst>
                <a:path w="1234628" h="482774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95470" y="4350999"/>
            <a:ext cx="1228028" cy="1226514"/>
            <a:chOff x="0" y="0"/>
            <a:chExt cx="323431" cy="323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07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875250" y="4618305"/>
            <a:ext cx="4183100" cy="75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Innovative integration of HTML forms, CSS design, and JavaScript for dynamic resume creation and download.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57835" y="4153426"/>
            <a:ext cx="4100514" cy="37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7"/>
              </a:lnSpc>
              <a:spcBef>
                <a:spcPct val="0"/>
              </a:spcBef>
            </a:pPr>
            <a:r>
              <a:rPr lang="en-US" sz="2357" b="1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Innovation</a:t>
            </a:r>
          </a:p>
        </p:txBody>
      </p:sp>
      <p:sp>
        <p:nvSpPr>
          <p:cNvPr id="31" name="Freeform 31"/>
          <p:cNvSpPr/>
          <p:nvPr/>
        </p:nvSpPr>
        <p:spPr>
          <a:xfrm>
            <a:off x="9608239" y="4469311"/>
            <a:ext cx="943649" cy="943649"/>
          </a:xfrm>
          <a:custGeom>
            <a:avLst/>
            <a:gdLst/>
            <a:ahLst/>
            <a:cxnLst/>
            <a:rect l="l" t="t" r="r" b="b"/>
            <a:pathLst>
              <a:path w="943649" h="943649">
                <a:moveTo>
                  <a:pt x="0" y="0"/>
                </a:moveTo>
                <a:lnTo>
                  <a:pt x="943649" y="0"/>
                </a:lnTo>
                <a:lnTo>
                  <a:pt x="943649" y="943649"/>
                </a:lnTo>
                <a:lnTo>
                  <a:pt x="0" y="943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 rot="-10800000">
            <a:off x="9028187" y="8598825"/>
            <a:ext cx="5128563" cy="381636"/>
          </a:xfrm>
          <a:custGeom>
            <a:avLst/>
            <a:gdLst/>
            <a:ahLst/>
            <a:cxnLst/>
            <a:rect l="l" t="t" r="r" b="b"/>
            <a:pathLst>
              <a:path w="5128563" h="381636">
                <a:moveTo>
                  <a:pt x="0" y="0"/>
                </a:moveTo>
                <a:lnTo>
                  <a:pt x="5128564" y="0"/>
                </a:lnTo>
                <a:lnTo>
                  <a:pt x="5128564" y="381636"/>
                </a:lnTo>
                <a:lnTo>
                  <a:pt x="0" y="38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0211835" y="6521696"/>
            <a:ext cx="5334876" cy="2086085"/>
            <a:chOff x="0" y="0"/>
            <a:chExt cx="1234628" cy="48277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34628" cy="482774"/>
            </a:xfrm>
            <a:custGeom>
              <a:avLst/>
              <a:gdLst/>
              <a:ahLst/>
              <a:cxnLst/>
              <a:rect l="l" t="t" r="r" b="b"/>
              <a:pathLst>
                <a:path w="1234628" h="482774">
                  <a:moveTo>
                    <a:pt x="46438" y="0"/>
                  </a:moveTo>
                  <a:lnTo>
                    <a:pt x="1188190" y="0"/>
                  </a:lnTo>
                  <a:cubicBezTo>
                    <a:pt x="1213837" y="0"/>
                    <a:pt x="1234628" y="20791"/>
                    <a:pt x="1234628" y="46438"/>
                  </a:cubicBezTo>
                  <a:lnTo>
                    <a:pt x="1234628" y="436336"/>
                  </a:lnTo>
                  <a:cubicBezTo>
                    <a:pt x="1234628" y="461983"/>
                    <a:pt x="1213837" y="482774"/>
                    <a:pt x="1188190" y="482774"/>
                  </a:cubicBezTo>
                  <a:lnTo>
                    <a:pt x="46438" y="482774"/>
                  </a:lnTo>
                  <a:cubicBezTo>
                    <a:pt x="20791" y="482774"/>
                    <a:pt x="0" y="461983"/>
                    <a:pt x="0" y="436336"/>
                  </a:cubicBezTo>
                  <a:lnTo>
                    <a:pt x="0" y="46438"/>
                  </a:lnTo>
                  <a:cubicBezTo>
                    <a:pt x="0" y="20791"/>
                    <a:pt x="20791" y="0"/>
                    <a:pt x="4643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395470" y="7009097"/>
            <a:ext cx="1228028" cy="1226514"/>
            <a:chOff x="0" y="0"/>
            <a:chExt cx="323431" cy="3230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076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875250" y="7276403"/>
            <a:ext cx="4183100" cy="75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r>
              <a:rPr lang="en-US" sz="16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Creative blend of design, functionality, and interactivity for seamless user experience.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57835" y="6811523"/>
            <a:ext cx="4100514" cy="37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7"/>
              </a:lnSpc>
              <a:spcBef>
                <a:spcPct val="0"/>
              </a:spcBef>
            </a:pPr>
            <a:r>
              <a:rPr lang="en-US" sz="2357" b="1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Creativity</a:t>
            </a:r>
          </a:p>
        </p:txBody>
      </p:sp>
      <p:sp>
        <p:nvSpPr>
          <p:cNvPr id="41" name="Freeform 41"/>
          <p:cNvSpPr/>
          <p:nvPr/>
        </p:nvSpPr>
        <p:spPr>
          <a:xfrm>
            <a:off x="9659222" y="7165791"/>
            <a:ext cx="841683" cy="852533"/>
          </a:xfrm>
          <a:custGeom>
            <a:avLst/>
            <a:gdLst/>
            <a:ahLst/>
            <a:cxnLst/>
            <a:rect l="l" t="t" r="r" b="b"/>
            <a:pathLst>
              <a:path w="841683" h="852533">
                <a:moveTo>
                  <a:pt x="0" y="0"/>
                </a:moveTo>
                <a:lnTo>
                  <a:pt x="841683" y="0"/>
                </a:lnTo>
                <a:lnTo>
                  <a:pt x="841683" y="852533"/>
                </a:lnTo>
                <a:lnTo>
                  <a:pt x="0" y="852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9659222" y="2027074"/>
            <a:ext cx="841683" cy="841683"/>
          </a:xfrm>
          <a:custGeom>
            <a:avLst/>
            <a:gdLst/>
            <a:ahLst/>
            <a:cxnLst/>
            <a:rect l="l" t="t" r="r" b="b"/>
            <a:pathLst>
              <a:path w="841683" h="841683">
                <a:moveTo>
                  <a:pt x="0" y="0"/>
                </a:moveTo>
                <a:lnTo>
                  <a:pt x="841683" y="0"/>
                </a:lnTo>
                <a:lnTo>
                  <a:pt x="841683" y="841683"/>
                </a:lnTo>
                <a:lnTo>
                  <a:pt x="0" y="841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3" name="Group 43"/>
          <p:cNvGrpSpPr/>
          <p:nvPr/>
        </p:nvGrpSpPr>
        <p:grpSpPr>
          <a:xfrm>
            <a:off x="3434752" y="8197933"/>
            <a:ext cx="1183417" cy="1183417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61757" y="2933700"/>
            <a:ext cx="684000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spc="-139" dirty="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61757" y="4305300"/>
            <a:ext cx="990210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Upload Profile Picture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Generate Resume with Personal Information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Download Resume as PDF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0" y="-3"/>
            <a:ext cx="3695540" cy="7810502"/>
          </a:xfrm>
          <a:custGeom>
            <a:avLst/>
            <a:gdLst/>
            <a:ahLst/>
            <a:cxnLst/>
            <a:rect l="l" t="t" r="r" b="b"/>
            <a:pathLst>
              <a:path w="3695540" h="7418054">
                <a:moveTo>
                  <a:pt x="0" y="0"/>
                </a:moveTo>
                <a:lnTo>
                  <a:pt x="3695540" y="0"/>
                </a:lnTo>
                <a:lnTo>
                  <a:pt x="3695540" y="7418054"/>
                </a:lnTo>
                <a:lnTo>
                  <a:pt x="0" y="741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4986926" y="3698911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3899" y="869455"/>
            <a:ext cx="16920201" cy="8796706"/>
            <a:chOff x="0" y="0"/>
            <a:chExt cx="4456349" cy="23168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6349" cy="2316828"/>
            </a:xfrm>
            <a:custGeom>
              <a:avLst/>
              <a:gdLst/>
              <a:ahLst/>
              <a:cxnLst/>
              <a:rect l="l" t="t" r="r" b="b"/>
              <a:pathLst>
                <a:path w="4456349" h="2316828">
                  <a:moveTo>
                    <a:pt x="11439" y="0"/>
                  </a:moveTo>
                  <a:lnTo>
                    <a:pt x="4444910" y="0"/>
                  </a:lnTo>
                  <a:cubicBezTo>
                    <a:pt x="4447944" y="0"/>
                    <a:pt x="4450854" y="1205"/>
                    <a:pt x="4452999" y="3350"/>
                  </a:cubicBezTo>
                  <a:cubicBezTo>
                    <a:pt x="4455144" y="5496"/>
                    <a:pt x="4456349" y="8405"/>
                    <a:pt x="4456349" y="11439"/>
                  </a:cubicBezTo>
                  <a:lnTo>
                    <a:pt x="4456349" y="2305389"/>
                  </a:lnTo>
                  <a:cubicBezTo>
                    <a:pt x="4456349" y="2308423"/>
                    <a:pt x="4455144" y="2311332"/>
                    <a:pt x="4452999" y="2313478"/>
                  </a:cubicBezTo>
                  <a:cubicBezTo>
                    <a:pt x="4450854" y="2315623"/>
                    <a:pt x="4447944" y="2316828"/>
                    <a:pt x="4444910" y="2316828"/>
                  </a:cubicBezTo>
                  <a:lnTo>
                    <a:pt x="11439" y="2316828"/>
                  </a:lnTo>
                  <a:cubicBezTo>
                    <a:pt x="8405" y="2316828"/>
                    <a:pt x="5496" y="2315623"/>
                    <a:pt x="3350" y="2313478"/>
                  </a:cubicBezTo>
                  <a:cubicBezTo>
                    <a:pt x="1205" y="2311332"/>
                    <a:pt x="0" y="2308423"/>
                    <a:pt x="0" y="2305389"/>
                  </a:cubicBezTo>
                  <a:lnTo>
                    <a:pt x="0" y="11439"/>
                  </a:lnTo>
                  <a:cubicBezTo>
                    <a:pt x="0" y="8405"/>
                    <a:pt x="1205" y="5496"/>
                    <a:pt x="3350" y="3350"/>
                  </a:cubicBezTo>
                  <a:cubicBezTo>
                    <a:pt x="5496" y="1205"/>
                    <a:pt x="8405" y="0"/>
                    <a:pt x="11439" y="0"/>
                  </a:cubicBezTo>
                  <a:close/>
                </a:path>
              </a:pathLst>
            </a:custGeom>
            <a:solidFill>
              <a:srgbClr val="FDFBFB">
                <a:alpha val="9882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456349" cy="2335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2030" y="2708478"/>
            <a:ext cx="1080270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HTML Code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0066" y="4414837"/>
            <a:ext cx="869736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Structure of the form with input fields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Buttons for generating and downloading resumes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Div for displaying the generated resume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4300" y="36755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4856034" y="3348832"/>
            <a:ext cx="8575931" cy="3086100"/>
            <a:chOff x="0" y="0"/>
            <a:chExt cx="2258681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8682" cy="812800"/>
            </a:xfrm>
            <a:custGeom>
              <a:avLst/>
              <a:gdLst/>
              <a:ahLst/>
              <a:cxnLst/>
              <a:rect l="l" t="t" r="r" b="b"/>
              <a:pathLst>
                <a:path w="2258682" h="812800">
                  <a:moveTo>
                    <a:pt x="37013" y="0"/>
                  </a:moveTo>
                  <a:lnTo>
                    <a:pt x="2221669" y="0"/>
                  </a:lnTo>
                  <a:cubicBezTo>
                    <a:pt x="2231485" y="0"/>
                    <a:pt x="2240899" y="3900"/>
                    <a:pt x="2247841" y="10841"/>
                  </a:cubicBezTo>
                  <a:cubicBezTo>
                    <a:pt x="2254782" y="17782"/>
                    <a:pt x="2258682" y="27196"/>
                    <a:pt x="2258682" y="37013"/>
                  </a:cubicBezTo>
                  <a:lnTo>
                    <a:pt x="2258682" y="775787"/>
                  </a:lnTo>
                  <a:cubicBezTo>
                    <a:pt x="2258682" y="796229"/>
                    <a:pt x="2242110" y="812800"/>
                    <a:pt x="2221669" y="812800"/>
                  </a:cubicBezTo>
                  <a:lnTo>
                    <a:pt x="37013" y="812800"/>
                  </a:lnTo>
                  <a:cubicBezTo>
                    <a:pt x="27196" y="812800"/>
                    <a:pt x="17782" y="808900"/>
                    <a:pt x="10841" y="801959"/>
                  </a:cubicBezTo>
                  <a:cubicBezTo>
                    <a:pt x="3900" y="795018"/>
                    <a:pt x="0" y="785604"/>
                    <a:pt x="0" y="775787"/>
                  </a:cubicBezTo>
                  <a:lnTo>
                    <a:pt x="0" y="37013"/>
                  </a:lnTo>
                  <a:cubicBezTo>
                    <a:pt x="0" y="27196"/>
                    <a:pt x="3900" y="17782"/>
                    <a:pt x="10841" y="10841"/>
                  </a:cubicBezTo>
                  <a:cubicBezTo>
                    <a:pt x="17782" y="3900"/>
                    <a:pt x="27196" y="0"/>
                    <a:pt x="37013" y="0"/>
                  </a:cubicBezTo>
                  <a:close/>
                </a:path>
              </a:pathLst>
            </a:custGeom>
            <a:solidFill>
              <a:srgbClr val="106861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58681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70540" y="3624651"/>
            <a:ext cx="7346921" cy="240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CSS Code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94300" y="3684351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>
            <a:off x="941884" y="201116"/>
            <a:ext cx="2383430" cy="3276599"/>
          </a:xfrm>
          <a:custGeom>
            <a:avLst/>
            <a:gdLst/>
            <a:ahLst/>
            <a:cxnLst/>
            <a:rect l="l" t="t" r="r" b="b"/>
            <a:pathLst>
              <a:path w="3299321" h="4114800">
                <a:moveTo>
                  <a:pt x="0" y="0"/>
                </a:moveTo>
                <a:lnTo>
                  <a:pt x="3299321" y="0"/>
                </a:lnTo>
                <a:lnTo>
                  <a:pt x="3299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133600" y="5530868"/>
            <a:ext cx="10253808" cy="145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932" lvl="1" indent="-289466" algn="l">
              <a:lnSpc>
                <a:spcPts val="4022"/>
              </a:lnSpc>
              <a:buFont typeface="Arial"/>
              <a:buChar char="•"/>
            </a:pPr>
            <a:r>
              <a:rPr lang="en-US" sz="2681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Styling for layout, colors, and fonts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Responsive design using Bootstrap</a:t>
            </a:r>
          </a:p>
          <a:p>
            <a:pPr marL="578932" lvl="1" indent="-289466" algn="l">
              <a:lnSpc>
                <a:spcPts val="4022"/>
              </a:lnSpc>
              <a:buFont typeface="Arial"/>
              <a:buChar char="•"/>
            </a:pPr>
            <a:r>
              <a:rPr lang="en-US" sz="2681" dirty="0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Animations like fade-in effects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3831284"/>
            <a:ext cx="9987271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CSS Code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4300" y="36755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4856034" y="3348832"/>
            <a:ext cx="8575931" cy="3086100"/>
            <a:chOff x="0" y="0"/>
            <a:chExt cx="2258681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8682" cy="812800"/>
            </a:xfrm>
            <a:custGeom>
              <a:avLst/>
              <a:gdLst/>
              <a:ahLst/>
              <a:cxnLst/>
              <a:rect l="l" t="t" r="r" b="b"/>
              <a:pathLst>
                <a:path w="2258682" h="812800">
                  <a:moveTo>
                    <a:pt x="37013" y="0"/>
                  </a:moveTo>
                  <a:lnTo>
                    <a:pt x="2221669" y="0"/>
                  </a:lnTo>
                  <a:cubicBezTo>
                    <a:pt x="2231485" y="0"/>
                    <a:pt x="2240899" y="3900"/>
                    <a:pt x="2247841" y="10841"/>
                  </a:cubicBezTo>
                  <a:cubicBezTo>
                    <a:pt x="2254782" y="17782"/>
                    <a:pt x="2258682" y="27196"/>
                    <a:pt x="2258682" y="37013"/>
                  </a:cubicBezTo>
                  <a:lnTo>
                    <a:pt x="2258682" y="775787"/>
                  </a:lnTo>
                  <a:cubicBezTo>
                    <a:pt x="2258682" y="796229"/>
                    <a:pt x="2242110" y="812800"/>
                    <a:pt x="2221669" y="812800"/>
                  </a:cubicBezTo>
                  <a:lnTo>
                    <a:pt x="37013" y="812800"/>
                  </a:lnTo>
                  <a:cubicBezTo>
                    <a:pt x="27196" y="812800"/>
                    <a:pt x="17782" y="808900"/>
                    <a:pt x="10841" y="801959"/>
                  </a:cubicBezTo>
                  <a:cubicBezTo>
                    <a:pt x="3900" y="795018"/>
                    <a:pt x="0" y="785604"/>
                    <a:pt x="0" y="775787"/>
                  </a:cubicBezTo>
                  <a:lnTo>
                    <a:pt x="0" y="37013"/>
                  </a:lnTo>
                  <a:cubicBezTo>
                    <a:pt x="0" y="27196"/>
                    <a:pt x="3900" y="17782"/>
                    <a:pt x="10841" y="10841"/>
                  </a:cubicBezTo>
                  <a:cubicBezTo>
                    <a:pt x="17782" y="3900"/>
                    <a:pt x="27196" y="0"/>
                    <a:pt x="37013" y="0"/>
                  </a:cubicBezTo>
                  <a:close/>
                </a:path>
              </a:pathLst>
            </a:custGeom>
            <a:solidFill>
              <a:srgbClr val="106861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58681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70540" y="3624651"/>
            <a:ext cx="7346921" cy="240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JavaScript Code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94300" y="36755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400000">
            <a:off x="907323" y="-69028"/>
            <a:ext cx="2449398" cy="3201977"/>
          </a:xfrm>
          <a:custGeom>
            <a:avLst/>
            <a:gdLst/>
            <a:ahLst/>
            <a:cxnLst/>
            <a:rect l="l" t="t" r="r" b="b"/>
            <a:pathLst>
              <a:path w="3299321" h="4114800">
                <a:moveTo>
                  <a:pt x="0" y="0"/>
                </a:moveTo>
                <a:lnTo>
                  <a:pt x="3299321" y="0"/>
                </a:lnTo>
                <a:lnTo>
                  <a:pt x="3299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132022" y="4589282"/>
            <a:ext cx="10253808" cy="195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932" lvl="1" indent="-289466" algn="l">
              <a:lnSpc>
                <a:spcPts val="4022"/>
              </a:lnSpc>
              <a:buFont typeface="Arial"/>
              <a:buChar char="•"/>
            </a:pPr>
            <a:r>
              <a:rPr lang="en-US" sz="2681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Handles form data submission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Generates resume dynamically</a:t>
            </a:r>
          </a:p>
          <a:p>
            <a:pPr marL="578932" lvl="1" indent="-289466" algn="l">
              <a:lnSpc>
                <a:spcPts val="4022"/>
              </a:lnSpc>
              <a:buFont typeface="Arial"/>
              <a:buChar char="•"/>
            </a:pPr>
            <a:r>
              <a:rPr lang="en-US" sz="2681">
                <a:solidFill>
                  <a:srgbClr val="343432"/>
                </a:solidFill>
                <a:latin typeface="Open Sauce"/>
                <a:ea typeface="Open Sauce"/>
                <a:cs typeface="Open Sauce"/>
                <a:sym typeface="Open Sauce"/>
              </a:rPr>
              <a:t>Converts resume to PDF using jsPDF</a:t>
            </a:r>
          </a:p>
          <a:p>
            <a:pPr algn="l">
              <a:lnSpc>
                <a:spcPts val="4022"/>
              </a:lnSpc>
            </a:pPr>
            <a:endParaRPr lang="en-US" sz="2681">
              <a:solidFill>
                <a:srgbClr val="34343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97943" y="3081468"/>
            <a:ext cx="11932962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999" b="1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JavaScript Code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4994300" y="36755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0" y="-8848"/>
            <a:ext cx="18288000" cy="10251030"/>
            <a:chOff x="0" y="0"/>
            <a:chExt cx="4816593" cy="26998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106861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0437" y="2236906"/>
            <a:ext cx="580451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0437" y="3655193"/>
            <a:ext cx="12950474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spc="-49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Demonstration of filling the form, generating the resume, and downloading it as a PDF.</a:t>
            </a:r>
          </a:p>
          <a:p>
            <a:pPr algn="l">
              <a:lnSpc>
                <a:spcPts val="3499"/>
              </a:lnSpc>
            </a:pPr>
            <a:endParaRPr lang="en-US" sz="2499" b="1" spc="-49">
              <a:solidFill>
                <a:srgbClr val="10686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46700" y="38279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52400" y="143552"/>
            <a:ext cx="18288000" cy="10251030"/>
            <a:chOff x="0" y="0"/>
            <a:chExt cx="4816593" cy="26998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40433" y="2981573"/>
            <a:ext cx="1105636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69"/>
              </a:lnSpc>
              <a:spcBef>
                <a:spcPct val="0"/>
              </a:spcBef>
            </a:pPr>
            <a:r>
              <a:rPr lang="en-US" sz="7000" b="1" spc="-93" dirty="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Challenges &amp; Solutions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7526" y="4084288"/>
            <a:ext cx="12950474" cy="2017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433" lvl="1" indent="-306216" algn="l">
              <a:lnSpc>
                <a:spcPts val="3971"/>
              </a:lnSpc>
              <a:buFont typeface="Arial"/>
              <a:buChar char="•"/>
            </a:pPr>
            <a:r>
              <a:rPr lang="en-US" sz="2800" b="1" spc="-56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Handling image uploads correctly</a:t>
            </a:r>
          </a:p>
          <a:p>
            <a:pPr marL="612433" lvl="1" indent="-306216" algn="l">
              <a:lnSpc>
                <a:spcPts val="3971"/>
              </a:lnSpc>
              <a:buFont typeface="Arial"/>
              <a:buChar char="•"/>
            </a:pPr>
            <a:r>
              <a:rPr lang="en-US" sz="2800" b="1" spc="-56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Ensuring proper PDF formatting</a:t>
            </a:r>
          </a:p>
          <a:p>
            <a:pPr marL="612433" lvl="1" indent="-306216" algn="l">
              <a:lnSpc>
                <a:spcPts val="3971"/>
              </a:lnSpc>
              <a:buFont typeface="Arial"/>
              <a:buChar char="•"/>
            </a:pPr>
            <a:r>
              <a:rPr lang="en-US" sz="2800" b="1" spc="-56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Responsive design adjustments</a:t>
            </a:r>
          </a:p>
          <a:p>
            <a:pPr algn="l">
              <a:lnSpc>
                <a:spcPts val="3971"/>
              </a:lnSpc>
            </a:pPr>
            <a:endParaRPr lang="en-US" sz="2800" b="1" spc="-56" dirty="0">
              <a:solidFill>
                <a:srgbClr val="10686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146700" y="3827959"/>
            <a:ext cx="3293700" cy="6611441"/>
          </a:xfrm>
          <a:custGeom>
            <a:avLst/>
            <a:gdLst/>
            <a:ahLst/>
            <a:cxnLst/>
            <a:rect l="l" t="t" r="r" b="b"/>
            <a:pathLst>
              <a:path w="3293700" h="6611441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0" y="-8848"/>
            <a:ext cx="18288000" cy="10251030"/>
            <a:chOff x="0" y="0"/>
            <a:chExt cx="4816593" cy="26998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47800" y="2523889"/>
            <a:ext cx="816329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 dirty="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8800" y="3972720"/>
            <a:ext cx="12950474" cy="190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433" lvl="1" indent="-306216" algn="l">
              <a:lnSpc>
                <a:spcPts val="3971"/>
              </a:lnSpc>
              <a:buFont typeface="Arial"/>
              <a:buChar char="•"/>
            </a:pPr>
            <a:r>
              <a:rPr lang="en-US" sz="2836" b="1" spc="-56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Learned about web technologies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spc="-49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Implemented dynamic PDF generation</a:t>
            </a:r>
          </a:p>
          <a:p>
            <a:pPr marL="612433" lvl="1" indent="-306216" algn="l">
              <a:lnSpc>
                <a:spcPts val="3971"/>
              </a:lnSpc>
              <a:buFont typeface="Arial"/>
              <a:buChar char="•"/>
            </a:pPr>
            <a:r>
              <a:rPr lang="en-US" sz="2836" b="1" spc="-56" dirty="0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Possible improvements: Adding templates and themes</a:t>
            </a:r>
          </a:p>
          <a:p>
            <a:pPr algn="l">
              <a:lnSpc>
                <a:spcPts val="3971"/>
              </a:lnSpc>
            </a:pPr>
            <a:endParaRPr lang="en-US" sz="2836" b="1" spc="-56" dirty="0">
              <a:solidFill>
                <a:srgbClr val="10686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6315" y="7206904"/>
            <a:ext cx="2873804" cy="979382"/>
            <a:chOff x="0" y="0"/>
            <a:chExt cx="812800" cy="276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6999"/>
            </a:xfrm>
            <a:custGeom>
              <a:avLst/>
              <a:gdLst/>
              <a:ahLst/>
              <a:cxnLst/>
              <a:rect l="l" t="t" r="r" b="b"/>
              <a:pathLst>
                <a:path w="812800" h="276999">
                  <a:moveTo>
                    <a:pt x="0" y="0"/>
                  </a:moveTo>
                  <a:lnTo>
                    <a:pt x="812800" y="0"/>
                  </a:lnTo>
                  <a:lnTo>
                    <a:pt x="812800" y="276999"/>
                  </a:lnTo>
                  <a:lnTo>
                    <a:pt x="0" y="276999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31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4910781" y="0"/>
            <a:ext cx="3377219" cy="3377219"/>
          </a:xfrm>
          <a:custGeom>
            <a:avLst/>
            <a:gdLst/>
            <a:ahLst/>
            <a:cxnLst/>
            <a:rect l="l" t="t" r="r" b="b"/>
            <a:pathLst>
              <a:path w="3377219" h="3377219">
                <a:moveTo>
                  <a:pt x="3377219" y="0"/>
                </a:moveTo>
                <a:lnTo>
                  <a:pt x="0" y="0"/>
                </a:lnTo>
                <a:lnTo>
                  <a:pt x="0" y="3377219"/>
                </a:lnTo>
                <a:lnTo>
                  <a:pt x="3377219" y="3377219"/>
                </a:lnTo>
                <a:lnTo>
                  <a:pt x="337721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426315" y="4196089"/>
            <a:ext cx="2873804" cy="3019685"/>
            <a:chOff x="0" y="0"/>
            <a:chExt cx="689736" cy="724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736" cy="724749"/>
            </a:xfrm>
            <a:custGeom>
              <a:avLst/>
              <a:gdLst/>
              <a:ahLst/>
              <a:cxnLst/>
              <a:rect l="l" t="t" r="r" b="b"/>
              <a:pathLst>
                <a:path w="689736" h="724749">
                  <a:moveTo>
                    <a:pt x="0" y="0"/>
                  </a:moveTo>
                  <a:lnTo>
                    <a:pt x="689736" y="0"/>
                  </a:lnTo>
                  <a:lnTo>
                    <a:pt x="689736" y="724749"/>
                  </a:lnTo>
                  <a:lnTo>
                    <a:pt x="0" y="724749"/>
                  </a:lnTo>
                  <a:close/>
                </a:path>
              </a:pathLst>
            </a:custGeom>
            <a:blipFill>
              <a:blip r:embed="rId4"/>
              <a:stretch>
                <a:fillRect t="-9573" b="-957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590744" y="7314433"/>
            <a:ext cx="2543303" cy="7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8"/>
              </a:lnSpc>
              <a:spcBef>
                <a:spcPct val="0"/>
              </a:spcBef>
            </a:pPr>
            <a:r>
              <a:rPr lang="en-US" sz="2270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Shaik Abdulla Afzal Khadri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6315" y="2502460"/>
            <a:ext cx="527777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Team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987803" y="7206904"/>
            <a:ext cx="2873804" cy="979382"/>
            <a:chOff x="0" y="0"/>
            <a:chExt cx="812800" cy="276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276999"/>
            </a:xfrm>
            <a:custGeom>
              <a:avLst/>
              <a:gdLst/>
              <a:ahLst/>
              <a:cxnLst/>
              <a:rect l="l" t="t" r="r" b="b"/>
              <a:pathLst>
                <a:path w="812800" h="276999">
                  <a:moveTo>
                    <a:pt x="0" y="0"/>
                  </a:moveTo>
                  <a:lnTo>
                    <a:pt x="812800" y="0"/>
                  </a:lnTo>
                  <a:lnTo>
                    <a:pt x="812800" y="276999"/>
                  </a:lnTo>
                  <a:lnTo>
                    <a:pt x="0" y="276999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31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87803" y="4196089"/>
            <a:ext cx="2873804" cy="3019685"/>
            <a:chOff x="0" y="0"/>
            <a:chExt cx="689736" cy="7247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736" cy="724749"/>
            </a:xfrm>
            <a:custGeom>
              <a:avLst/>
              <a:gdLst/>
              <a:ahLst/>
              <a:cxnLst/>
              <a:rect l="l" t="t" r="r" b="b"/>
              <a:pathLst>
                <a:path w="689736" h="724749">
                  <a:moveTo>
                    <a:pt x="0" y="0"/>
                  </a:moveTo>
                  <a:lnTo>
                    <a:pt x="689736" y="0"/>
                  </a:lnTo>
                  <a:lnTo>
                    <a:pt x="689736" y="724749"/>
                  </a:lnTo>
                  <a:lnTo>
                    <a:pt x="0" y="724749"/>
                  </a:lnTo>
                  <a:close/>
                </a:path>
              </a:pathLst>
            </a:custGeom>
            <a:blipFill>
              <a:blip r:embed="rId5"/>
              <a:stretch>
                <a:fillRect t="-13522" b="-13522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152232" y="7314433"/>
            <a:ext cx="2543303" cy="7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8"/>
              </a:lnSpc>
              <a:spcBef>
                <a:spcPct val="0"/>
              </a:spcBef>
            </a:pPr>
            <a:r>
              <a:rPr lang="en-US" sz="2270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Parichuri Sri Ganesh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66897" y="7206904"/>
            <a:ext cx="2873804" cy="979382"/>
            <a:chOff x="0" y="0"/>
            <a:chExt cx="812800" cy="2769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276999"/>
            </a:xfrm>
            <a:custGeom>
              <a:avLst/>
              <a:gdLst/>
              <a:ahLst/>
              <a:cxnLst/>
              <a:rect l="l" t="t" r="r" b="b"/>
              <a:pathLst>
                <a:path w="812800" h="276999">
                  <a:moveTo>
                    <a:pt x="0" y="0"/>
                  </a:moveTo>
                  <a:lnTo>
                    <a:pt x="812800" y="0"/>
                  </a:lnTo>
                  <a:lnTo>
                    <a:pt x="812800" y="276999"/>
                  </a:lnTo>
                  <a:lnTo>
                    <a:pt x="0" y="276999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31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66897" y="4196089"/>
            <a:ext cx="2873804" cy="3019685"/>
            <a:chOff x="0" y="0"/>
            <a:chExt cx="689736" cy="7247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9736" cy="724749"/>
            </a:xfrm>
            <a:custGeom>
              <a:avLst/>
              <a:gdLst/>
              <a:ahLst/>
              <a:cxnLst/>
              <a:rect l="l" t="t" r="r" b="b"/>
              <a:pathLst>
                <a:path w="689736" h="724749">
                  <a:moveTo>
                    <a:pt x="0" y="0"/>
                  </a:moveTo>
                  <a:lnTo>
                    <a:pt x="689736" y="0"/>
                  </a:lnTo>
                  <a:lnTo>
                    <a:pt x="689736" y="724749"/>
                  </a:lnTo>
                  <a:lnTo>
                    <a:pt x="0" y="724749"/>
                  </a:lnTo>
                  <a:close/>
                </a:path>
              </a:pathLst>
            </a:custGeom>
            <a:blipFill>
              <a:blip r:embed="rId6"/>
              <a:stretch>
                <a:fillRect t="-1016" b="-1016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4731327" y="7314433"/>
            <a:ext cx="2543303" cy="37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8"/>
              </a:lnSpc>
              <a:spcBef>
                <a:spcPct val="0"/>
              </a:spcBef>
            </a:pPr>
            <a:r>
              <a:rPr lang="en-US" sz="2270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K Bhargava Sai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706794" y="7206904"/>
            <a:ext cx="2873804" cy="979382"/>
            <a:chOff x="0" y="0"/>
            <a:chExt cx="812800" cy="27699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276999"/>
            </a:xfrm>
            <a:custGeom>
              <a:avLst/>
              <a:gdLst/>
              <a:ahLst/>
              <a:cxnLst/>
              <a:rect l="l" t="t" r="r" b="b"/>
              <a:pathLst>
                <a:path w="812800" h="276999">
                  <a:moveTo>
                    <a:pt x="0" y="0"/>
                  </a:moveTo>
                  <a:lnTo>
                    <a:pt x="812800" y="0"/>
                  </a:lnTo>
                  <a:lnTo>
                    <a:pt x="812800" y="276999"/>
                  </a:lnTo>
                  <a:lnTo>
                    <a:pt x="0" y="276999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12800" cy="31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06794" y="4196089"/>
            <a:ext cx="2873804" cy="3019685"/>
            <a:chOff x="0" y="0"/>
            <a:chExt cx="689736" cy="7247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9736" cy="724749"/>
            </a:xfrm>
            <a:custGeom>
              <a:avLst/>
              <a:gdLst/>
              <a:ahLst/>
              <a:cxnLst/>
              <a:rect l="l" t="t" r="r" b="b"/>
              <a:pathLst>
                <a:path w="689736" h="724749">
                  <a:moveTo>
                    <a:pt x="0" y="0"/>
                  </a:moveTo>
                  <a:lnTo>
                    <a:pt x="689736" y="0"/>
                  </a:lnTo>
                  <a:lnTo>
                    <a:pt x="689736" y="724749"/>
                  </a:lnTo>
                  <a:lnTo>
                    <a:pt x="0" y="724749"/>
                  </a:lnTo>
                  <a:close/>
                </a:path>
              </a:pathLst>
            </a:custGeom>
            <a:blipFill>
              <a:blip r:embed="rId7"/>
              <a:stretch>
                <a:fillRect t="-4637" b="-4637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7871224" y="7314433"/>
            <a:ext cx="2543303" cy="7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8"/>
              </a:lnSpc>
              <a:spcBef>
                <a:spcPct val="0"/>
              </a:spcBef>
            </a:pPr>
            <a:r>
              <a:rPr lang="en-US" sz="2270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K. Veera Vasatha Narayana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847298" y="7206904"/>
            <a:ext cx="2873804" cy="979382"/>
            <a:chOff x="0" y="0"/>
            <a:chExt cx="812800" cy="2769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276999"/>
            </a:xfrm>
            <a:custGeom>
              <a:avLst/>
              <a:gdLst/>
              <a:ahLst/>
              <a:cxnLst/>
              <a:rect l="l" t="t" r="r" b="b"/>
              <a:pathLst>
                <a:path w="812800" h="276999">
                  <a:moveTo>
                    <a:pt x="0" y="0"/>
                  </a:moveTo>
                  <a:lnTo>
                    <a:pt x="812800" y="0"/>
                  </a:lnTo>
                  <a:lnTo>
                    <a:pt x="812800" y="276999"/>
                  </a:lnTo>
                  <a:lnTo>
                    <a:pt x="0" y="276999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12800" cy="31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847298" y="4196089"/>
            <a:ext cx="2873804" cy="3019685"/>
            <a:chOff x="0" y="0"/>
            <a:chExt cx="689736" cy="72474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9736" cy="724749"/>
            </a:xfrm>
            <a:custGeom>
              <a:avLst/>
              <a:gdLst/>
              <a:ahLst/>
              <a:cxnLst/>
              <a:rect l="l" t="t" r="r" b="b"/>
              <a:pathLst>
                <a:path w="689736" h="724749">
                  <a:moveTo>
                    <a:pt x="0" y="0"/>
                  </a:moveTo>
                  <a:lnTo>
                    <a:pt x="689736" y="0"/>
                  </a:lnTo>
                  <a:lnTo>
                    <a:pt x="689736" y="724749"/>
                  </a:lnTo>
                  <a:lnTo>
                    <a:pt x="0" y="724749"/>
                  </a:lnTo>
                  <a:close/>
                </a:path>
              </a:pathLst>
            </a:custGeom>
            <a:blipFill>
              <a:blip r:embed="rId8"/>
              <a:stretch>
                <a:fillRect t="-13445" b="-13446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1011728" y="7314433"/>
            <a:ext cx="2543303" cy="7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78"/>
              </a:lnSpc>
              <a:spcBef>
                <a:spcPct val="0"/>
              </a:spcBef>
            </a:pPr>
            <a:r>
              <a:rPr lang="en-US" sz="2270" spc="9">
                <a:solidFill>
                  <a:srgbClr val="FFFBFB"/>
                </a:solidFill>
                <a:latin typeface="Open Sauce"/>
                <a:ea typeface="Open Sauce"/>
                <a:cs typeface="Open Sauce"/>
                <a:sym typeface="Open Sauce"/>
              </a:rPr>
              <a:t>Panidapu Sri Charan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91" b="-64786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292</Words>
  <Application>Microsoft Office PowerPoint</Application>
  <PresentationFormat>Custom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Sauce Bold</vt:lpstr>
      <vt:lpstr>Arial</vt:lpstr>
      <vt:lpstr>Calibri</vt:lpstr>
      <vt:lpstr>Open Sauce Heavy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Shodwe</dc:title>
  <dc:creator>bhargava sai konduru</dc:creator>
  <cp:lastModifiedBy>bhargava sai konduru</cp:lastModifiedBy>
  <cp:revision>2</cp:revision>
  <dcterms:created xsi:type="dcterms:W3CDTF">2006-08-16T00:00:00Z</dcterms:created>
  <dcterms:modified xsi:type="dcterms:W3CDTF">2025-02-12T09:22:12Z</dcterms:modified>
  <dc:identifier>DAGe398Uumw</dc:identifier>
</cp:coreProperties>
</file>